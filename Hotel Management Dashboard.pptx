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4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3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8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0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4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7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4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4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670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9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6811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0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3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0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4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A405B7-1019-BD44-241C-9A7287B18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42" y="1971961"/>
            <a:ext cx="7240248" cy="4111971"/>
          </a:xfrm>
          <a:prstGeom prst="rect">
            <a:avLst/>
          </a:prstGeom>
        </p:spPr>
      </p:pic>
      <p:sp>
        <p:nvSpPr>
          <p:cNvPr id="8" name="Title 5">
            <a:extLst>
              <a:ext uri="{FF2B5EF4-FFF2-40B4-BE49-F238E27FC236}">
                <a16:creationId xmlns:a16="http://schemas.microsoft.com/office/drawing/2014/main" id="{FDCFDBC1-D0A3-107C-DAD4-4FD456D20D0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80"/>
                </a:solidFill>
              </a:rPr>
              <a:t>Hotel Management Dashboard</a:t>
            </a:r>
            <a:endParaRPr lang="en-US" b="1" dirty="0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20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Hotel Management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Data Analytics Project</a:t>
            </a:r>
          </a:p>
          <a:p>
            <a:endParaRPr/>
          </a:p>
          <a:p>
            <a:r>
              <a:t>Includes revenue analysis, booking insights, and customer performance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Analyze hotel booking performance and revenue trends.</a:t>
            </a:r>
          </a:p>
          <a:p>
            <a:endParaRPr/>
          </a:p>
          <a:p>
            <a:r>
              <a:t>Answer key business questions:</a:t>
            </a:r>
          </a:p>
          <a:p>
            <a:r>
              <a:t>- Total revenue generated</a:t>
            </a:r>
          </a:p>
          <a:p>
            <a:r>
              <a:t>- City performance</a:t>
            </a:r>
          </a:p>
          <a:p>
            <a:r>
              <a:t>- Room type revenue</a:t>
            </a:r>
          </a:p>
          <a:p>
            <a:r>
              <a:t>- Booking distribution</a:t>
            </a:r>
          </a:p>
          <a:p>
            <a:r>
              <a:t>- Monthly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Total Revenue: 100M</a:t>
            </a:r>
          </a:p>
          <a:p>
            <a:r>
              <a:t>Total Rooms: 5000</a:t>
            </a:r>
          </a:p>
          <a:p>
            <a:r>
              <a:t>Total Nights: 20K</a:t>
            </a:r>
          </a:p>
          <a:p>
            <a:r>
              <a:t>Average Room Rate: 4.99K</a:t>
            </a:r>
          </a:p>
          <a:p>
            <a:r>
              <a:t>Customer Rating: 4.02</a:t>
            </a:r>
          </a:p>
          <a:p>
            <a:endParaRPr/>
          </a:p>
          <a:p>
            <a:r>
              <a:t>These KPIs provide a quick overview of hotel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line chart shows monthly revenue performance across the year.</a:t>
            </a:r>
          </a:p>
          <a:p>
            <a:endParaRPr/>
          </a:p>
          <a:p>
            <a:r>
              <a:t>Insights:</a:t>
            </a:r>
          </a:p>
          <a:p>
            <a:r>
              <a:t>- Higher revenue at the beginning of the year</a:t>
            </a:r>
          </a:p>
          <a:p>
            <a:r>
              <a:t>- Slight decline in later months</a:t>
            </a:r>
          </a:p>
          <a:p>
            <a:r>
              <a:t>- Indicates seasonal demand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Donut chart showing booking outcomes:</a:t>
            </a:r>
          </a:p>
          <a:p>
            <a:r>
              <a:t>- Confirmed</a:t>
            </a:r>
          </a:p>
          <a:p>
            <a:r>
              <a:t>- Checked-Out</a:t>
            </a:r>
          </a:p>
          <a:p>
            <a:r>
              <a:t>- Cancelled</a:t>
            </a:r>
          </a:p>
          <a:p>
            <a:endParaRPr/>
          </a:p>
          <a:p>
            <a:r>
              <a:t>Insight: Majority of bookings are successfully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Room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Room types analyzed:</a:t>
            </a:r>
          </a:p>
          <a:p>
            <a:r>
              <a:t>- Single</a:t>
            </a:r>
          </a:p>
          <a:p>
            <a:r>
              <a:t>- Suite</a:t>
            </a:r>
          </a:p>
          <a:p>
            <a:r>
              <a:t>- Deluxe</a:t>
            </a:r>
          </a:p>
          <a:p>
            <a:r>
              <a:t>- Double</a:t>
            </a:r>
          </a:p>
          <a:p>
            <a:endParaRPr/>
          </a:p>
          <a:p>
            <a:r>
              <a:t>Single rooms generate the highest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Channels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Bookings are distributed across:</a:t>
            </a:r>
          </a:p>
          <a:p>
            <a:r>
              <a:t>- Travel Agents</a:t>
            </a:r>
          </a:p>
          <a:p>
            <a:r>
              <a:t>- Direct Booking</a:t>
            </a:r>
          </a:p>
          <a:p>
            <a:r>
              <a:t>- Online Booking</a:t>
            </a:r>
          </a:p>
          <a:p>
            <a:r>
              <a:t>- Corporate</a:t>
            </a:r>
          </a:p>
          <a:p>
            <a:endParaRPr/>
          </a:p>
          <a:p>
            <a:r>
              <a:t>Online and travel agents generate significant booking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Cities analyzed:</a:t>
            </a:r>
          </a:p>
          <a:p>
            <a:r>
              <a:t>- Hyderabad</a:t>
            </a:r>
          </a:p>
          <a:p>
            <a:r>
              <a:t>- Mumbai</a:t>
            </a:r>
          </a:p>
          <a:p>
            <a:r>
              <a:t>- Delhi</a:t>
            </a:r>
          </a:p>
          <a:p>
            <a:r>
              <a:t>- Chennai</a:t>
            </a:r>
          </a:p>
          <a:p>
            <a:r>
              <a:t>- Bangalore</a:t>
            </a:r>
          </a:p>
          <a:p>
            <a:endParaRPr/>
          </a:p>
          <a:p>
            <a:r>
              <a:t>Hyderabad and Mumbai generate the highest revenue.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Hyderabad produces the highest revenue.</a:t>
            </a:r>
          </a:p>
          <a:p>
            <a:r>
              <a:t>Single rooms are the most profitable.</a:t>
            </a:r>
          </a:p>
          <a:p>
            <a:r>
              <a:t>Online booking channels dominate.</a:t>
            </a:r>
          </a:p>
          <a:p>
            <a:r>
              <a:t>Revenue shows seasonal variation.</a:t>
            </a:r>
          </a:p>
          <a:p>
            <a:r>
              <a:t>Customer rating is strong at 4.02.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dashboard helps management:</a:t>
            </a:r>
          </a:p>
          <a:p>
            <a:r>
              <a:rPr dirty="0"/>
              <a:t>- Monitor revenue performance</a:t>
            </a:r>
          </a:p>
          <a:p>
            <a:r>
              <a:rPr dirty="0"/>
              <a:t>- Identify top cities and room types</a:t>
            </a:r>
          </a:p>
          <a:p>
            <a:r>
              <a:rPr dirty="0"/>
              <a:t>- Understand booking behavior</a:t>
            </a:r>
          </a:p>
          <a:p>
            <a:r>
              <a:rPr dirty="0"/>
              <a:t>- Make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77</TotalTime>
  <Words>285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Hotel Management Performance Dashboard</vt:lpstr>
      <vt:lpstr>Project Objective</vt:lpstr>
      <vt:lpstr>Key Performance Indicators</vt:lpstr>
      <vt:lpstr>Monthly Revenue Trend</vt:lpstr>
      <vt:lpstr>Booking Distribution</vt:lpstr>
      <vt:lpstr>Revenue by Room Type</vt:lpstr>
      <vt:lpstr>Booking Channels Analysis</vt:lpstr>
      <vt:lpstr>Revenue by City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Meghana</dc:creator>
  <cp:keywords/>
  <dc:description>generated using python-pptx</dc:description>
  <cp:lastModifiedBy>Meghana Surampudi</cp:lastModifiedBy>
  <cp:revision>6</cp:revision>
  <dcterms:created xsi:type="dcterms:W3CDTF">2013-01-27T09:14:16Z</dcterms:created>
  <dcterms:modified xsi:type="dcterms:W3CDTF">2026-03-11T07:54:45Z</dcterms:modified>
  <cp:category/>
</cp:coreProperties>
</file>